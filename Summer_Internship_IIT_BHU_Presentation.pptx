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27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Internship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IIT (BHU), Varanasi</a:t>
            </a:r>
          </a:p>
          <a:p>
            <a:r>
              <a:rPr dirty="0"/>
              <a:t>Under Prof. B. K. Patra</a:t>
            </a:r>
          </a:p>
          <a:p>
            <a:r>
              <a:rPr dirty="0"/>
              <a:t>Duration: 2 Months</a:t>
            </a:r>
            <a:endParaRPr lang="en-US" dirty="0"/>
          </a:p>
          <a:p>
            <a:r>
              <a:rPr lang="en-US" dirty="0"/>
              <a:t>Roll no. 22mcce29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Institute: Indian Institute of Technology (BHU), Varanasi</a:t>
            </a:r>
          </a:p>
          <a:p>
            <a:r>
              <a:t>Supervisor: Prof. B. K. Patra</a:t>
            </a:r>
          </a:p>
          <a:p>
            <a:r>
              <a:t>Duration: 2 Months (Summer Internship)</a:t>
            </a:r>
          </a:p>
          <a:p>
            <a:r>
              <a:t>Domain: Deep Learning &amp; Natural Language Processing</a:t>
            </a:r>
          </a:p>
          <a:p>
            <a:r>
              <a:t>Objective: To understand deep learning concepts and implement NLP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Phase (Initial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Studied PyTorch framework and tensor operations</a:t>
            </a:r>
          </a:p>
          <a:p>
            <a:r>
              <a:t>Understanding CUDA and GPU acceleration</a:t>
            </a:r>
          </a:p>
          <a:p>
            <a:r>
              <a:t>Learned basics of deep learning workflow</a:t>
            </a:r>
          </a:p>
          <a:p>
            <a:r>
              <a:t>Hands-on practice with forward and backward propagation</a:t>
            </a:r>
          </a:p>
          <a:p>
            <a:r>
              <a:t>Model training, loss functions, and optimization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</a:t>
            </a:r>
            <a:r>
              <a:rPr dirty="0"/>
              <a:t>NN Implementation &amp; Image Classification</a:t>
            </a:r>
            <a:r>
              <a:rPr lang="en-US" dirty="0"/>
              <a:t> CNN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Implemented a 2-layer  Neural Network (</a:t>
            </a:r>
            <a:r>
              <a:rPr lang="en-US" dirty="0"/>
              <a:t>A</a:t>
            </a:r>
            <a:r>
              <a:rPr dirty="0"/>
              <a:t>NN)</a:t>
            </a:r>
          </a:p>
          <a:p>
            <a:r>
              <a:rPr dirty="0"/>
              <a:t>Built the model without using prebuilt high-level functions</a:t>
            </a:r>
          </a:p>
          <a:p>
            <a:r>
              <a:rPr dirty="0"/>
              <a:t>Applied the model for</a:t>
            </a:r>
            <a:r>
              <a:rPr lang="en-US" dirty="0"/>
              <a:t> Number classification and then </a:t>
            </a:r>
            <a:r>
              <a:rPr dirty="0"/>
              <a:t> image classification tasks</a:t>
            </a:r>
          </a:p>
          <a:p>
            <a:r>
              <a:rPr dirty="0"/>
              <a:t>Understood convolution, pooling, feature extraction, and backpropagation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Sentiment Analysis on Slang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Task: Sentiment classification on an offline slang dataset</a:t>
            </a:r>
          </a:p>
          <a:p>
            <a:r>
              <a:rPr dirty="0"/>
              <a:t>Dataset: Approximately </a:t>
            </a:r>
            <a:r>
              <a:rPr lang="en-US" dirty="0"/>
              <a:t>3</a:t>
            </a:r>
            <a:r>
              <a:rPr dirty="0"/>
              <a:t>,000 slang-based text samples</a:t>
            </a:r>
          </a:p>
          <a:p>
            <a:r>
              <a:rPr dirty="0"/>
              <a:t>Performed data preprocessing and tokenization</a:t>
            </a:r>
          </a:p>
          <a:p>
            <a:r>
              <a:rPr dirty="0"/>
              <a:t>Learned challenges of informal language processing in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Sequence Models – LSTM &amp;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Studied Long Short-Term Memory (LSTM) networks</a:t>
            </a:r>
          </a:p>
          <a:p>
            <a:r>
              <a:t>Learned attention mechanism and Transformer architecture</a:t>
            </a:r>
          </a:p>
          <a:p>
            <a:r>
              <a:t>Compared RNN, LSTM, and Transformer models</a:t>
            </a:r>
          </a:p>
          <a:p>
            <a:r>
              <a:t>Understood how attention improves long-range dependency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Text Classification Using 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BERT, RoBERTa, and DeBERTa models</a:t>
            </a:r>
          </a:p>
          <a:p>
            <a:r>
              <a:t>Task: Multi-class text classification</a:t>
            </a:r>
          </a:p>
          <a:p>
            <a:r>
              <a:t>Objective: Compare model performance using evaluation metrics</a:t>
            </a:r>
          </a:p>
          <a:p>
            <a:r>
              <a:t>Gained experience in fine-tuning transformer-based architectures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20 </a:t>
            </a:r>
            <a:r>
              <a:t>Newsgroups Dataset</a:t>
            </a:r>
            <a:r>
              <a:rPr lang="en-US"/>
              <a:t> </a:t>
            </a:r>
            <a:endParaRPr/>
          </a:p>
          <a:p>
            <a:r>
              <a:rPr dirty="0"/>
              <a:t>Contains multiple topic-based text categories</a:t>
            </a:r>
          </a:p>
          <a:p>
            <a:r>
              <a:rPr dirty="0"/>
              <a:t>Performed data preprocessing and tokenization</a:t>
            </a:r>
          </a:p>
          <a:p>
            <a:r>
              <a:rPr dirty="0"/>
              <a:t>Used train–validation split and fine-tuned models</a:t>
            </a:r>
          </a:p>
          <a:p>
            <a:r>
              <a:rPr dirty="0"/>
              <a:t>Evaluation metrics: Accuracy, Precision, Recall, and F1-score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Performance Comparison</a:t>
            </a:r>
            <a:br>
              <a:rPr lang="en-US" dirty="0"/>
            </a:b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E07361-2B5C-9519-D124-D7A21567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1685"/>
          </a:xfrm>
        </p:spPr>
        <p:txBody>
          <a:bodyPr>
            <a:normAutofit fontScale="92500" lnSpcReduction="1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“</a:t>
            </a:r>
            <a:r>
              <a:rPr lang="en-US" sz="2600" dirty="0"/>
              <a:t>BERT achieved the highest accuracy and F1-score, while </a:t>
            </a:r>
            <a:r>
              <a:rPr lang="en-US" sz="2600" dirty="0" err="1"/>
              <a:t>DeBERTa</a:t>
            </a:r>
            <a:r>
              <a:rPr lang="en-US" sz="2600" dirty="0"/>
              <a:t> showed comparable performance. </a:t>
            </a:r>
            <a:r>
              <a:rPr lang="en-US" sz="2600" dirty="0" err="1"/>
              <a:t>RoBERTa</a:t>
            </a:r>
            <a:r>
              <a:rPr lang="en-US" sz="2600" dirty="0"/>
              <a:t> performed slightly lower but maintained stable precision and recall”.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07BAB-11CC-1405-AD2D-892ECDD3E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9872"/>
            <a:ext cx="8356862" cy="31476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foundation in </a:t>
            </a:r>
            <a:r>
              <a:rPr dirty="0" err="1"/>
              <a:t>PyTorch</a:t>
            </a:r>
            <a:r>
              <a:rPr dirty="0"/>
              <a:t> and deep learning workflows</a:t>
            </a:r>
          </a:p>
          <a:p>
            <a:r>
              <a:rPr dirty="0"/>
              <a:t>Hands-on experience with CNNs, LSTM, and Transformers</a:t>
            </a:r>
          </a:p>
          <a:p>
            <a:r>
              <a:rPr dirty="0"/>
              <a:t>Practical understanding of dataset handling and model evaluation</a:t>
            </a:r>
          </a:p>
          <a:p>
            <a:r>
              <a:rPr dirty="0"/>
              <a:t>Learned research-oriented approach through repeated experiments and comparisons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internship provided practical exposure to Deep Learning and NLP</a:t>
            </a:r>
          </a:p>
          <a:p>
            <a:r>
              <a:t>Implemented models from scratch and worked with advanced architectures</a:t>
            </a:r>
          </a:p>
          <a:p>
            <a:r>
              <a:t>Gained experience in experimental evaluation and comparative analysis</a:t>
            </a:r>
          </a:p>
          <a:p>
            <a:r>
              <a:t>Future Scope: Applying transformer models to real-world NLP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408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Summer Internship Overview</vt:lpstr>
      <vt:lpstr>About the Internship</vt:lpstr>
      <vt:lpstr>Learning Phase (Initial Weeks)</vt:lpstr>
      <vt:lpstr>ANN Implementation &amp; Image Classification CNN</vt:lpstr>
      <vt:lpstr>Sentiment Analysis on Slang Dataset</vt:lpstr>
      <vt:lpstr>Sequence Models – LSTM &amp; Transformers</vt:lpstr>
      <vt:lpstr>Text Classification Using Transformer Models</vt:lpstr>
      <vt:lpstr>Dataset &amp; Experimental Setup</vt:lpstr>
      <vt:lpstr>Model Performance Comparison </vt:lpstr>
      <vt:lpstr>Key 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Divyanshu Kushwaha</cp:lastModifiedBy>
  <cp:revision>2</cp:revision>
  <dcterms:created xsi:type="dcterms:W3CDTF">2013-01-27T09:14:16Z</dcterms:created>
  <dcterms:modified xsi:type="dcterms:W3CDTF">2026-01-10T10:22:52Z</dcterms:modified>
  <cp:category/>
</cp:coreProperties>
</file>